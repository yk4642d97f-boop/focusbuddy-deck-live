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webExtension1.xml" ContentType="application/vnd.wps-officedocument.webExtension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jpeg"/><Relationship Id="rId2" Type="http://www.wps.cn/officeDocument/2018/webExtension" Target="../webExtensions/webExtension1.xml" TargetMode="External"/><Relationship Id="rId1" Type="http://www.wps.cn/officeDocument/2018/webExtension" Target="../webExtensions/webExtension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C9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cusBuddyDeck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xtLst>
            <a:ext uri="{8CAD56D8-0F58-4FB8-B24C-77498146470C}">
              <wpswe:webExtensionRef xmlns:wpswe="http://www.wps.cn/officeDocument/2018/webExtension" r:id="rId2"/>
            </a:ext>
            <wpswe:webExtensionRef xmlns:wpswe="http://www.wps.cn/officeDocument/2018/webExtension" r:id="rId2"/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package" Target="../embeddings/Workbook1.xlsx"/></Relationships>
</file>

<file path=ppt/webExtensions/webExtension1.xml><?xml version="1.0" encoding="utf-8"?>
<wpswe:webExtension xmlns:wpswe="http://www.wps.cn/officeDocument/2018/webExtension" xmlns:webet="https://web.wps.cn/et/2018/main" webet:type="Normal" type="0" webet:id="">
  <wpswe:extSource id="webshape" version="1.0"/>
  <wpswe:properties/>
  <wpswe:watchingCache>
    <wpswe:linkPath>/Users/yangcong/Library/Containers/com.kingsoft.wpsoffice.mac/Data/tmp/wps.zekulr/WebExtensionDataSource in Wps.xlsx</wpswe:linkPath>
  </wpswe:watchingCache>
  <wpswe:snapshot xmlns:r="http://schemas.openxmlformats.org/officeDocument/2006/relationships" r:embed="rId2"/>
  <wpswe:externalData xmlns:r="http://schemas.openxmlformats.org/officeDocument/2006/relationships" r:id="rId1"/>
  <wpswe:url>https://yk4642d97f-boop.github.io/focusbuddy-deck-live/</wpswe:url>
  <wpswe:constantSnapshot>false</wpswe:constantSnapshot>
</wps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新細明體</vt:lpstr>
      <vt:lpstr>Wingdings</vt:lpstr>
      <vt:lpstr>Arial</vt:lpstr>
      <vt:lpstr>Microsoft YaHei</vt:lpstr>
      <vt:lpstr>方正雅意黑 GB18030L2</vt:lpstr>
      <vt:lpstr>SimSun</vt:lpstr>
      <vt:lpstr>Arial Unicode MS</vt:lpstr>
      <vt:lpstr>Calibri</vt:lpstr>
      <vt:lpstr>Helvetica Neue</vt:lpstr>
      <vt:lpstr>宋体-繁</vt:lpstr>
      <vt:lpstr>汉仪书宋二KW</vt:lpstr>
      <vt:lpstr>新細明體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骑dr160的小伙子</cp:lastModifiedBy>
  <cp:revision>3</cp:revision>
  <dcterms:created xsi:type="dcterms:W3CDTF">2026-10-20T14:09:00Z</dcterms:created>
  <dcterms:modified xsi:type="dcterms:W3CDTF">2026-10-20T14:09:00Z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3076-12.1.28492.28492</vt:lpwstr>
  </property>
</Properties>
</file>